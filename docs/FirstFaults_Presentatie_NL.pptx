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60320"/>
            <a:ext cx="12188952" cy="21488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86B1A"/>
                </a:solidFill>
              </a:rPr>
              <a:t>FIRST FAULTS GUI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0D8E8"/>
                </a:solidFill>
              </a:rPr>
              <a:t>Historische Alarmanalyse &amp; Rapportageplatform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Benoit Goethals  ·  Tom Van de Vyver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7A99"/>
                </a:solidFill>
              </a:rPr>
              <a:t>ArcelorMittal  ·  2025 –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A99"/>
                </a:solidFill>
              </a:rPr>
              <a:t>Projectpresentatie van 10 minuten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Wat we in 10 minuten bespreken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01  Projectbeschrijving &amp; probleemstelling</a:t>
            </a: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02  Doelen &amp; succescriteria</a:t>
            </a: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03  Team &amp; verantwoordelijkheden</a:t>
            </a: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04  Werkwijze &amp; methodologie</a:t>
            </a: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05  Architectuur</a:t>
            </a: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06  Overzicht sleutelfuncties</a:t>
            </a: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07  Voortgangstijdlijn</a:t>
            </a: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08  Wat staat er nog te doen</a:t>
            </a:r>
            <a:r>
              <a:rPr sz="1700">
                <a:solidFill>
                  <a:srgbClr val="FFFFFF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Projectbeschrijving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Welk probleem lossen we op?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539496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9320" y="1508760"/>
            <a:ext cx="5879592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Het Probleem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CIMPLICITY registreert duizenden alarmen per dag op de productielijn van ArcelorMittal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Bestaande tools tonen enkel real-time alarmen — geen historische analyse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Ingenieurs kunnen niet eenvoudig zien welke fouten een stijgende trend vertonen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De oorzaak van interlock-ketens opsporen is manueel en tijdrovend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Geen geautomatiseerde rapportage of PDF-exports voor ploegenoverdracht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Onze Oplossing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96596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Python / Flask-webapplicatie via IIS — geen nieuwe login vereist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Interactief dashboard: 6 grafieken + heatmap op basis van historische SQL Server-data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Recursieve interlock-ketentracer: vind de oorzaakfout in seconden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Wekelijkse foutopnames voor langetermijntrend- en regressiedetectie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Één-klik PDF-export voor zowel het dashboard als de interlock-boom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Subsecondequery's via geoptimaliseerde SQL Server TVF's en indexen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Doelen &amp; Succescriteria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Hoe ziet 'klaar' eruit?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DB-verbinding via SQLAlchemy + pyodbc (SQL Server)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11095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911095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929384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Interlock-ketenopsporing met recursieve SQL-functie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13432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313432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31720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Grafiekendashboard: fouten/uur, MTBF, top stijgers, heatmap 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715768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71576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734056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Inklapbare interlock-boomtabel met server-side filters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118103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18103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136391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PDF-export — dashboard (6 grafieken) en interlock-boom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520439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520439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538727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Wekelijkse foutopnames + historische referentiedatumkiezer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922776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9227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KLAAR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941063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Queryprestaties: van ~8 s naar &lt; 1 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325112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325112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BEZIG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343400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Geplande dagelijkse opnames + geautomatiseerd wekelijks e-mailrapport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727448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72744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BEZIG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745736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Definitieve IIS-implementatie + gebruikersacceptatietest (doel: 11 juni 2026)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129784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129784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LATER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148072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Rolgebaseerde toegang (alleen-lezen vs. beheerdersconfiguratie)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532120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53212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LATER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550408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Configureerbare drempelwaarden met Teams-/e-mailmeldingen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 &amp; Verantwoordelijkheden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5394960" cy="47548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5394960" cy="5029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3619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Benoit Goethals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Frontend — UI-ontwerp, Jinja2-templates, Bootstrap 5-layout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Visualisaties — Plotly-grafieken (staaf, taart, heatmap)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Flask-routes, Blueprint-structuur, formulierverwerking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PDF-export — DiagramPdfService, Kaleido + ReportLab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JavaScript: inklapbare boom, async PDF-download, globale laadindicator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Documentatie: README, CHANGELOG, PROJECT_PROGRESS, architectuurdocs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Prestaties: herschrijven van query's en afstemmen van DB-indexen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508760"/>
            <a:ext cx="5879592" cy="47548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89320" y="1508760"/>
            <a:ext cx="5879592" cy="50292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536192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Tom Van de Vyver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14884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Backend — databaseontwerp en -normalisatie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SQL Server: TVF's, opgeslagen procedures, views, indexen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SQLAlchemy ORM-modellen en repositorylaag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InterlockService: engine voor oorzaakanalyse van ketens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Opnamesysteem: wekelijkse foutopnames + terugvullscripts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MailService: SMTP-gebaseerde geautomatiseerde e-mailrapporten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DB-migratiescripts en validatiegereedschappen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Werkwijze &amp; Methodologie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283464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Git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main  →  Develop  →  feature-branches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Pull requests voor elke functionaliteit (50+ PR's samengevoegd)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Branchnamen volgen GitHub-issuenummers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Geen directe commits naar Develop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0" y="1508760"/>
            <a:ext cx="2834640" cy="45720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Agile Iteraties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Korte cycli: bouwen → testen → reviewen → samenvoegen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Prioriteiten verschuiven op basis van feedback van ingenieurs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Wekelijkse synchronisatie tussen Benoit en Tom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Maandelijkse voortgangsrapportage aan belanghebbenden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508760"/>
            <a:ext cx="283464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Kwaliteitspraktijken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SQLAlchemy 2.0-conformiteit overal afgedwongen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SOLID-principes toegepast op de servicelaag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Logging toegevoegd aan servicegrenzen voor traceerbaarheid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SQL-scripts afzonderlijk getest vóór integratie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1508760"/>
            <a:ext cx="2834640" cy="45720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Gereedschappen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PyCharm (IDE)  ·  GitHub (versiebeheer &amp; PR's)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Flask-ontwikkelserver voor lokaal testen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IIS als productieomgeving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Plotly + Kaleido voor grafiek-naar-PNG-rendering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Architectuur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Drielaagse Flask-applicatie op IIS</a:t>
            </a:r>
          </a:p>
        </p:txBody>
      </p:sp>
      <p:pic>
        <p:nvPicPr>
          <p:cNvPr id="6" name="Picture 5" descr="HighLevelArchitecture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60920" y="1508760"/>
            <a:ext cx="4572000" cy="4846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60020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Presentatielaag</a:t>
            </a:r>
            <a:r>
              <a:rPr sz="1100">
                <a:solidFill>
                  <a:srgbClr val="D0D8E8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Flask Blueprints · Jinja2-templates · Bootstrap 5</a:t>
            </a:r>
            <a:r>
              <a:rPr sz="1100">
                <a:solidFill>
                  <a:srgbClr val="D0D8E8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Bedrijfslaag</a:t>
            </a:r>
            <a:r>
              <a:rPr sz="1100">
                <a:solidFill>
                  <a:srgbClr val="D0D8E8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InterlockService · FaultCountService</a:t>
            </a:r>
            <a:r>
              <a:rPr sz="1100">
                <a:solidFill>
                  <a:srgbClr val="D0D8E8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Datalaag</a:t>
            </a:r>
            <a:r>
              <a:rPr sz="1100">
                <a:solidFill>
                  <a:srgbClr val="D0D8E8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SQLAlchemy ORM · SnapshotRepository · DB_Connection</a:t>
            </a:r>
            <a:r>
              <a:rPr sz="1100">
                <a:solidFill>
                  <a:srgbClr val="D0D8E8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Database</a:t>
            </a:r>
            <a:r>
              <a:rPr sz="1100">
                <a:solidFill>
                  <a:srgbClr val="D0D8E8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60350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A99"/>
                </a:solidFill>
              </a:rPr>
              <a:t>SQL Server  →  Repository  →  Service  →  Template  →  Browser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Sleutelfuncties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Wat de applicatie biedt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283464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Grafiekendashboard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/plc/diagrams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Fouten per uur (staafdiagram)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Fouten per PLC — taartdiagram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Top stijgers (week-over-week klimmende fouten)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MTBF per PLC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Top 10 klimmende fouten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Terugkerende stoorders (max. voorvallen per uur)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Heatmap: uur × dag per geselecteerde PLC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Historische week-/maandkiezer via referentiedatum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0" y="1508760"/>
            <a:ext cx="2834640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Interlock-boom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/plc/table-tree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Recursieve foutketentracer in SQL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Filters: doel-BSID, Top N, PLC, tijdsbereik, conditiememnonic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Inklapbare boomrijen — uitklappen/inklappen per knoop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POST-redirect-GET-patroon voorkomt dubbele verzending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Server-side validatie met flashberichten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1508760"/>
            <a:ext cx="283464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PDF-exports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/plc/diagrams-pdf  &amp;  table-tree 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Alle 6 dashboardgrafieken → PNG (Kaleido) → liggend PDF (ReportLab)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Interlock-boom geëxporteerd als opgemaakte PDF-tabel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Async download via fetch — geen pagina-herlaad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Globale laadindicator getoond tijdens genereren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1508760"/>
            <a:ext cx="2834640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Opname &amp; Rapportage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run_daily_snapshot.py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Wekelijkse fouttellingopnames opgeslagen in DB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Terugvulondersteuning voor meerdere productiedatabases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Langetermijnregressieweergave: trends vergelijken over maanden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MailService klaar voor geautomatiseerde wekelijkse e-mailbezorging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Voortgangstijdlijn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November 2025 → Mei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1463040" cy="8046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709928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Nov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819656"/>
            <a:ext cx="9948672" cy="36576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20240" y="1508760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152704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B1A"/>
                </a:solidFill>
              </a:rPr>
              <a:t>Fase 1 — Setup &amp; PoC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892807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Flask-app · Blueprint-routing · Plotly-grafieken · Boomtabel · IIS-auth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41448"/>
            <a:ext cx="1463040" cy="804672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642616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Nov–Dec 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2752344"/>
            <a:ext cx="9948672" cy="36576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2441448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57400" y="245973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5A8A"/>
                </a:solidFill>
              </a:rPr>
              <a:t>Fase 2 — Interlock-engine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25496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SQLAlchemy ORM · Recursieve SQL-ketentracer · PDF-export · Opnames · MailService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374136"/>
            <a:ext cx="1463040" cy="804672"/>
          </a:xfrm>
          <a:prstGeom prst="rect">
            <a:avLst/>
          </a:prstGeom>
          <a:solidFill>
            <a:srgbClr val="27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75304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685032"/>
            <a:ext cx="9948672" cy="36576"/>
          </a:xfrm>
          <a:prstGeom prst="rect">
            <a:avLst/>
          </a:prstGeom>
          <a:solidFill>
            <a:srgbClr val="27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20240" y="3374136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57400" y="339242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6E48"/>
                </a:solidFill>
              </a:rPr>
              <a:t>Fase 3 — Stabiliteit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758184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InterlockService hernoemd · SQL-views · Migratievalidatiegereedschappen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306824"/>
            <a:ext cx="1463040" cy="804672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507992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Apr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4617720"/>
            <a:ext cx="9948672" cy="36576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4306824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57400" y="43251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D3C98"/>
                </a:solidFill>
              </a:rPr>
              <a:t>Fase 4 — Dashboard &amp; Prestaties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690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6-grafiekendashboard · DiagramPdfService · Referentiedatumkiezer · 8 s → &lt; 1 s querytijd · DB-indexen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239512"/>
            <a:ext cx="1463040" cy="804672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544068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Mei 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5550408"/>
            <a:ext cx="9948672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20240" y="5239512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57400" y="5257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A99"/>
                </a:solidFill>
              </a:rPr>
              <a:t>Nu — Afwerking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62356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Taartdiagram op startpagina · Subtree-toggle refactor · PDF null-fix · Documentatie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Wat Staat Er Nog Te Doen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Weg naar MVP — 11 juni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5760720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76072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Vóór MVP (11 juni)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5394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Dagelijkse opnames inplannen (Windows Taakplanner / IIS)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MailService koppelen aan geautomatiseerde wekelijkse PDF-e-mail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Definitieve IIS-implementatie op productieserver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Gebruikersacceptatietest met ArcelorMittal-ingenieurs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Over- en contactpagina's met echte contactgegevens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End-to-end testdoorgang: alle pagina's, filters, PDF-downloads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508760"/>
            <a:ext cx="5605272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08760"/>
            <a:ext cx="5605272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270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Post-MVP-ambities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Rolgebaseerde toegang: alleen-lezen vs. beheerder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Configureerbare drempelwaarden met e-mail-/Teams-meldingen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Uitgebreide heatmap: inzoomen op individuele foutcodes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ML-foutvoorspelling naar productie brengen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Ondersteuning voor meerdere locaties (meerdere CIMPLICITY-instanties)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REST API zodat andere tools fouttrends kunnen opvragen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5349240"/>
            <a:ext cx="11548872" cy="54864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Bedankt voor uw aandacht — vragen zijn welkom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A99"/>
                </a:solidFill>
              </a:rPr>
              <a:t>Benoit Goethals · Tom Van de Vyver  |  ArcelorMittal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